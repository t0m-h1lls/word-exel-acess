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17F3-096A-4E05-94A5-67A683D41C1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6AF3-F372-4647-9A6E-C497285A369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508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17F3-096A-4E05-94A5-67A683D41C1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6AF3-F372-4647-9A6E-C497285A36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528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17F3-096A-4E05-94A5-67A683D41C1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6AF3-F372-4647-9A6E-C497285A36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561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17F3-096A-4E05-94A5-67A683D41C1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6AF3-F372-4647-9A6E-C497285A36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578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17F3-096A-4E05-94A5-67A683D41C1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6AF3-F372-4647-9A6E-C497285A36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821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17F3-096A-4E05-94A5-67A683D41C1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6AF3-F372-4647-9A6E-C497285A36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9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17F3-096A-4E05-94A5-67A683D41C1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6AF3-F372-4647-9A6E-C497285A36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88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17F3-096A-4E05-94A5-67A683D41C1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6AF3-F372-4647-9A6E-C497285A36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69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17F3-096A-4E05-94A5-67A683D41C1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6AF3-F372-4647-9A6E-C497285A36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8514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17F3-096A-4E05-94A5-67A683D41C1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6AF3-F372-4647-9A6E-C497285A36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4674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17F3-096A-4E05-94A5-67A683D41C1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6AF3-F372-4647-9A6E-C497285A36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17685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17F3-096A-4E05-94A5-67A683D41C1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6AF3-F372-4647-9A6E-C497285A369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6648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17F3-096A-4E05-94A5-67A683D41C1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6AF3-F372-4647-9A6E-C497285A36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514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17F3-096A-4E05-94A5-67A683D41C1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6AF3-F372-4647-9A6E-C497285A369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6643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17F3-096A-4E05-94A5-67A683D41C1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6AF3-F372-4647-9A6E-C497285A36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216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17F3-096A-4E05-94A5-67A683D41C1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6AF3-F372-4647-9A6E-C497285A36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250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17F3-096A-4E05-94A5-67A683D41C1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46AF3-F372-4647-9A6E-C497285A36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6670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5F217F3-096A-4E05-94A5-67A683D41C1E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7146AF3-F372-4647-9A6E-C497285A36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3280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533008-FFA1-4742-A179-F794B45A00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«Отчет по теме «Текстовый редактор Word»,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9511E3-F173-4D55-9715-14DB0C14A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</a:rPr>
              <a:t>Студент группы 2311</a:t>
            </a:r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:</a:t>
            </a: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Николаенко К. Н.</a:t>
            </a:r>
          </a:p>
          <a:p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  <a:r>
              <a:rPr lang="ru-RU">
                <a:solidFill>
                  <a:schemeClr val="tx2">
                    <a:lumMod val="40000"/>
                    <a:lumOff val="60000"/>
                  </a:schemeClr>
                </a:solidFill>
              </a:rPr>
              <a:t>ФИО преподавателя</a:t>
            </a:r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:”</a:t>
            </a:r>
            <a:endParaRPr lang="ru-RU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</a:rPr>
              <a:t>ДАТА</a:t>
            </a:r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  <a:endParaRPr lang="ru-RU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08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0B6E8F-E7E8-49DB-92B6-488F2673A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B52EFF-D98D-40AE-BE12-9E8192D65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482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0919B-1801-4A7E-9C5A-6C753ABAB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BA7CDE-DDC8-4CCF-9AA6-BB21D6DD5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385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272E98-6B95-49D3-8B79-A061AB801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B41A89-7419-4D34-9211-5291EBB7A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253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775D88-4D51-4061-A3DC-724DCDC0F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DBAB9E-7D07-4D84-8BC8-3ECCA98E8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136787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</TotalTime>
  <Words>25</Words>
  <Application>Microsoft Office PowerPoint</Application>
  <PresentationFormat>Широкоэкранный</PresentationFormat>
  <Paragraphs>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Сектор</vt:lpstr>
      <vt:lpstr>«Отчет по теме «Текстовый редактор Word», 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«Отчет по теме «Текстовый редактор Word», </dc:title>
  <dc:creator>TomHills</dc:creator>
  <cp:lastModifiedBy>TomHills</cp:lastModifiedBy>
  <cp:revision>1</cp:revision>
  <dcterms:created xsi:type="dcterms:W3CDTF">2026-03-12T12:48:28Z</dcterms:created>
  <dcterms:modified xsi:type="dcterms:W3CDTF">2026-03-12T12:53:37Z</dcterms:modified>
</cp:coreProperties>
</file>